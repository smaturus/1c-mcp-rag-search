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nDCG@10 по конфигурациям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0.339</c:v>
                </c:pt>
                <c:pt idx="1">
                  <c:v>0.337</c:v>
                </c:pt>
                <c:pt idx="2">
                  <c:v>0.301</c:v>
                </c:pt>
                <c:pt idx="3">
                  <c:v>0.117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и портфолио-проект: свой MCP-сервер и RAG-контур для поиска по выгрузке 1С. Главная идея: не просто «поиск работает», а измеренное качество и документированные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Формулирую задачу как инженерную: нужен инструмент для агента и способ доказать, что он ищет хорошо. Поэтому в проекте две равные части — MCP и retrieval-пайплайн с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Ключевые числа проекта: 179 586 чанков — 154 560 кода (процедурная нарезка) и 25 026 метаданных (XML). Лидер на новом корпусе — vector (ADR 0009).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контура: офлайн индексация и онлайн поиск. Важно: BM25 — глобальный индекс по всем чанкам, а не переранжирование кандидатов cosine, иначе RRF был бы бессмысленным.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независимых индекса: семантика и лексика. BM25 собирается отдельным скриптом, не входит в git и пересобирается за 22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инструментов. Ключевое отличие от обычного MCP-сервера — явный контракт маршрутизации: выбор инструмента объясним и проверяется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— центральное решение проекта. Складываем не скоры, а позиции; поэтому не нужно подбирать веса. На прежнем корпусе прирост был +19 %, на новом лидер сменился — это зафиксировано в ADR 0009.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честный отрицательный результат: reranker ухудшает качество на нашем домене. Именно он показывает инженерную зрелость: измеряем, фиксируем, не подгоняем.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Методика важнее цифр: мы показываем, как посчитаны метрики и какой у них разброс. Первая версия gold-set была с дефектом — исправили и задокументировали в ADR 0003.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и график по новому корпусу. Vector впереди; hybrid остаётся лучшим для exact-запросов; reranker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Открытость про ограничения — плюс на защите: видно, что мы понимаем границы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Финальный слайд: что сделано, что дальше, где посмотреть код. Главный вывод — измеримость: каждое решение подтверждено цифрами и записано в ADR.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для 1С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111858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Локальный поиск по BSL-коду и метаданным:
гибрид BM25 + cosine через RRF и честная оценка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43400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29200"/>
            <a:ext cx="8229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Задача и что получилось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Проблема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Выгрузка 1С — тысячи .bsl-модулей и отчёт на десятки мегабайт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Обычный grep не отвечает на смысловые вопросы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Готовые поисковые решения требуют развёртывания и внешних API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LLM-агенту нужен инструмент с предсказуемым качеством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Решение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Свой MCP-сервер (stdio): 8 инструментов, включая маршрутизацию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Полностью локальный контур: e5-small + Chroma, работает на CPU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поиск: cosine + BM25 через RRF; метаданные — из XML-выгрузки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Измеримость: gold-set, file-level метрики, разброс по прогонам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Проект в цифрах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179 586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чанков в индексе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0.339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nDCG@10 у vector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68/68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кейсов маршрутизации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99,7 %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BM25 Hit@3 метаданных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20440"/>
            <a:ext cx="1118585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Стек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Эмбеддинги: intfloat/multilingual-e5-small (384d, префиксы query: / passage:)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Хранение: Chroma 1.5.9, HNSW cosine; лексика: собственный инвертированный индекс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Гибрид: Reciprocal Rank Fusion (k = 60); reranker: flashrank + ms-marco-MultiBERT-L-12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Интерфейс: MCP stdio (Cursor / ZCode), 4 инструмента; eval: 70 запросов, 4 конфигурации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Архитектура: два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Индексация (offline)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Выгрузка 1С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.bsl + отчёт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5292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5468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7316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(passage:)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9340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1364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32588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индекс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Поиск (online, MCP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Запрос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29384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03704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(query:)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30168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04488" y="2999232"/>
            <a:ext cx="19202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 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53912" y="2999232"/>
            <a:ext cx="128016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88936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63256" y="2999232"/>
            <a:ext cx="14630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(опция)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81160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999232"/>
            <a:ext cx="118872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0520" y="434340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974336" y="4187952"/>
            <a:ext cx="256032" cy="274320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578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Сверху — офлайн-подготовка индексов; ниже — онлайн-путь запроса. RRF объединяет два независимых ранжирования, reranker подключается опционально. Все данные и вычисления локальные: внешних API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Индексы: векторы и лексика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Chroma (векторный)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179 586 чанков: code 154 560 (процедуры), metadata 25 026 (XML)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e5-small: 384 измерения, лимит 512 токенов на чанк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Проверка: 32,1 % чанков были длиннее лимита — исправлено нарезкой по процедурам (ADR 0007)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Префиксы e5 сохранены: passage: для документов, query: для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cosine; sync_threshold = 1e6 — защита от бага chroma#7090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Размер базы 2.3 ГБ; старт пересобирает HNSW из WAL (~60–70 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BM25 (лексический)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Инвертированный индекс: 219 968 термов, 6,6 млн постингов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Сборка 22 с, 58 МБ на диске, читает документы прямо из sqlite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Токенизация под 1С: кириллица, цифры, коды через дефис (НФ-001)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Скоринг только по постингам запроса — без полного перебора корпуса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Используется как второй источник ранжирования в RRF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MCP-сервер: инструменты для агента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23"/>
                <a:gridCol w="6774531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Инструмент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Что делает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grep-подобный BM25: точные имена, проводки,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vector: «как сделать», «почему не работает», инструкции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RRF: лучший для exact-имён; на новом корпусе vector впереди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объясняет выбор: маршрут, причина, уверенность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 / index_stats / evaluate_retrieval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поиск, состав индекса и метрики по запросу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1118585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Подключение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stdio-транспорт: сервер поднимается клиентом (Cursor mcp.json, ZCode mcp.servers)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Маршрутизация — код с тестами: 68 кейсов, 100 %; blind 20/20 после правок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Пример: route_query("проводки документа РеализацияТоваровУслуг") → search_1c_metadata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Гибридный поиск: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669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RRF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Cosine и BM25 дают скоры в несравнимых шкалах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RRF использует только ранги — калибровка не нужна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Точные имена ловит BM25, смысл — cosine, RRF складывает оба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k = 60 сглаживает вклад первых позиций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3035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дало (nDCG@10)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Прежний корпус: hybrid 0.209 (+19 %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Новый корпус: vector 0.339, hybrid 0.301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Причина: процедурные чанки ослабили BM25 (ADR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50–120 мс/запрос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24528"/>
            <a:ext cx="11185855" cy="91440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>
                <a:solidFill>
                  <a:srgbClr val="1F2A33"/>
                </a:solidFill>
                <a:latin typeface="Calibri"/>
              </a:rPr>
              <a:t>Пример. Запрос «ПередЗаписью»: BM25 поднимает модули с точным именем обработчика, cosine — смысловые совпадения. RRF складывает оба ранжирования без подбора весов.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Reranker: отрицательный результат, оставленный в отчёте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Как реализован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flashrank 0.2.10, ONNX на CPU, без PyTorch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Вход: 20 кандидатов RRF; пассаж = путь файла +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Ленивая загрузка модели, кэш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Результат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A83A3A"/>
                </a:solidFill>
                <a:latin typeface="Calibri"/>
              </a:rPr>
              <a:t>•  nDCG@10: 0.301 → 0.117 (−61 %)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~2,4 с/запрос (×20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Гипотеза: модель обучена на веб-пассажах, а BSL — длинный повторяющийся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Решение: режим оставлен опцией; дефолт пересматривается (ADR 0002,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5B6770"/>
                </a:solidFill>
                <a:latin typeface="Calibri"/>
              </a:rPr>
              <a:t>•  Пайплайн не «крутился» под результат: проигравшая конфигурация осталась в таблице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Как измеряли 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Данные и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v2: 70 запросов (30 курируемых + 40 по объектам конфигурации)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Три типа: exact (точное имя), semantic (смысл), trap (ловушка)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Релевантность — на уровне файла-источника, а не отдельного чанка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Метрики: Hit@1, MRR@10, nDCG@10, Recall@10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Каждый прогон — новый процесс: HNSW пересобирается; 4 прогона, mean ± std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так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Чанковые эталоны давали ложно-нулевые метрики: правильный файл «не засчитывался»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Файловая релевантность устойчива к смене chunk_size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Recall@k нормирован на min(|relevant|, k)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Разброс ±0.023 у vector — вывод воспроизводим, а не случайная удача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Результаты на gold-set v2 (70 запросов, k =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1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208"/>
                <a:gridCol w="1733019"/>
                <a:gridCol w="1733019"/>
                <a:gridCol w="1811793"/>
                <a:gridCol w="1811793"/>
                <a:gridCol w="1733019"/>
              </a:tblGrid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Конфигурация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мс/запрос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~90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hybrid_rerank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~2400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611880"/>
          <a:ext cx="7498079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3657600"/>
            <a:ext cx="3474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Источник: data/eval/code_proc/report_pipeline.md
vector — лидер на новом корпусе.
hybrid лучший для exact-имён
(0.408 против 0.250 по nDCG@10).
Reranker ухудшает качество.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Решения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0001: RRF вместо взвешенного Pearson — выше метрики, без калибровки весов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0002: reranker оставлен опцией — ухудшает качество на BSL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0003: релевантность на уровне файла — устойчивые и воспроизводимые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0006: маршрутизация запросов — код с тестами вместо текста промпта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0007: нарезка по процедурам — устранён лимит 512 токенов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0008: метаданные из XML — BM25 Hit@3 93,0 → 99,7 %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0009: смена корпуса — лидер hybrid → vector, зафиксировано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не персистится на диск: старт процесса ~60–70 с (защита от chroma#7090)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частично синтетический, абсолютные метрики скромные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Один писатель индекса; параллельная индексация не поддерживается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Нет инкрементальной индексации: полная пересборка — часы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Reranker для кода — следующий контур (модель на коде или fine-tune)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Итоги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сделано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MCP-сервер с 8 инструментами и локальным индексом на 179 тыс. чанков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retrieval: глобальный BM25 + RRF + опциональный cross-encoder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Маршрутизация: контракт с тестами, 68 кейсов + blind 20/20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Eval-контур: gold-set v2 (70 запросов), file-level метрики, mean ± std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Инженерная обвязка: 72 теста, ruff, mypy, complexity-гейт, CI, ADR,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Развитие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Ablation нарезок и веса RRF; затем смена дефолта на vector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Инкрементальная индексация и структурные инструменты (get_metadata, find_callers)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Код-ориентированные эмбеддинги; reranker на коде; ручная разметка 100+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