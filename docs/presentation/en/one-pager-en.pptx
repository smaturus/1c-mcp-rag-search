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1097280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66476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MCP + RAG for 1C — one-page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94944"/>
            <a:ext cx="66476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CFE4EF"/>
                </a:solidFill>
                <a:latin typeface="Calibri"/>
              </a:rPr>
              <a:t>Local-first search over BSL business logic and configuration metadata  ·  Sergey Matyukhin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66476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1B7FAE"/>
                </a:solidFill>
                <a:latin typeface="Calibri"/>
              </a:rPr>
              <a:t>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53896"/>
            <a:ext cx="6647688" cy="9525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72768"/>
            <a:ext cx="664768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0000" indent="-200000">
              <a:lnSpc>
                <a:spcPct val="100000"/>
              </a:lnSpc>
              <a:spcBef>
                <a:spcPts val="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A 1C configuration dump is thousands of .bsl modules plus a multi-megabyte metadata report; grep finds text, not meaning.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An exact handler name and an intent question need different search strategies, and an LLM agent needs a tool with measured quality.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Hosted search stacks require deployment work and send the code off the machine.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42032"/>
            <a:ext cx="66476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1B7FAE"/>
                </a:solidFill>
                <a:latin typeface="Calibri"/>
              </a:rPr>
              <a:t>APPROACH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15768"/>
            <a:ext cx="6647688" cy="9525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664768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0000" indent="-200000">
              <a:lnSpc>
                <a:spcPct val="100000"/>
              </a:lnSpc>
              <a:spcBef>
                <a:spcPts val="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Local MCP server over stdio: 9 tools, including an explainable router and a diagnostic index_stats.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intfloat/multilingual-e5-small (384-d, 512-token limit) + Chroma with HNSW cosine, CPU only.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Custom global BM25 inverted index; Reciprocal Rank Fusion with k = 60; optional flashrank cross-encoder, off by default.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No external APIs and no data leaving the machine; 40-60 ms per query.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96512"/>
            <a:ext cx="66476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1B7FAE"/>
                </a:solidFill>
                <a:latin typeface="Calibri"/>
              </a:rPr>
              <a:t>CORPUS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70248"/>
            <a:ext cx="6647688" cy="9525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389120"/>
            <a:ext cx="6647688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0000" indent="-200000">
              <a:lnSpc>
                <a:spcPct val="100000"/>
              </a:lnSpc>
              <a:spcBef>
                <a:spcPts val="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154,560 BSL code chunks (one procedure or function per chunk, ADR 0007) + 25,026 metadata chunks from the configuration XML = 179,586 chunks.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Chunking gates: 99.6% code coverage; 0.3% of chunks over 512 tokens; token p50/p99/max = 179 / 472 / 554.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Metadata source change (text report → XML): BM25 Hit@3 93.0% → 99.7% (ADR 0008).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86400"/>
            <a:ext cx="66476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1B7FAE"/>
                </a:solidFill>
                <a:latin typeface="Calibri"/>
              </a:rPr>
              <a:t>QUALITY — GOLD-SET V2: 70 NATURAL-LANGUAGE QUERIES, FILE-LEVEL RELEVANCE, 4 RUNS, MEAN ± STD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660136"/>
            <a:ext cx="6647688" cy="9525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5797296"/>
          <a:ext cx="6647685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3321"/>
                <a:gridCol w="1302124"/>
                <a:gridCol w="1302124"/>
                <a:gridCol w="1165058"/>
                <a:gridCol w="1165058"/>
              </a:tblGrid>
              <a:tr h="204825">
                <a:tc>
                  <a:txBody>
                    <a:bodyPr lIns="54864" rIns="45720" tIns="9144" bIns="9144"/>
                    <a:lstStyle/>
                    <a:p>
                      <a:pPr algn="l"/>
                      <a:r>
                        <a:rPr sz="840" b="1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Calibri"/>
                        </a:rPr>
                        <a:t>Recall@10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Calibri"/>
                        </a:rPr>
                        <a:t>Hit@1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Calibri"/>
                        </a:rPr>
                        <a:t>MRR@10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</a:tr>
              <a:tr h="204825">
                <a:tc>
                  <a:txBody>
                    <a:bodyPr lIns="54864" rIns="45720" tIns="9144" bIns="9144"/>
                    <a:lstStyle/>
                    <a:p>
                      <a:pPr algn="l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vector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0.339 ± 0.023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0.523 ± 0.030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0.150 ± 0.007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0.268 ± 0.019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04825">
                <a:tc>
                  <a:txBody>
                    <a:bodyPr lIns="54864" rIns="45720" tIns="9144" bIns="9144"/>
                    <a:lstStyle/>
                    <a:p>
                      <a:pPr algn="l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pearson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0.337 ± 0.030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0.511 ± 0.048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0.179 ± 0.021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0.270 ± 0.024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204825">
                <a:tc>
                  <a:txBody>
                    <a:bodyPr lIns="54864" rIns="45720" tIns="9144" bIns="9144"/>
                    <a:lstStyle/>
                    <a:p>
                      <a:pPr algn="l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hybrid (RRF)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0.301 ± 0.017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0.482 ± 0.034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0.129 ± 0.010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0.240 ± 0.013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04828">
                <a:tc>
                  <a:txBody>
                    <a:bodyPr lIns="54864" rIns="45720" tIns="9144" bIns="9144"/>
                    <a:lstStyle/>
                    <a:p>
                      <a:pPr algn="l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hybrid + rerank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0.117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0.157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0.086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0.102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457200" y="6931152"/>
            <a:ext cx="6647688" cy="1353312"/>
          </a:xfrm>
          <a:prstGeom prst="roundRect">
            <a:avLst>
              <a:gd name="adj" fmla="val 7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lnSpc>
                <a:spcPct val="100000"/>
              </a:lnSpc>
            </a:pPr>
            <a:r>
              <a:rPr sz="850">
                <a:solidFill>
                  <a:srgbClr val="1F2A33"/>
                </a:solidFill>
                <a:latin typeface="Calibri"/>
              </a:rPr>
              <a:t>Paired test, vector vs hybrid: Δ nDCG@10 = +0.037, bootstrap 95% CI [-0.015; +0.086], p = 0.154 → NOT statistically significant. The default is unchanged; ADR 0009 is proposed.
2×2 ablation (nDCG@10, vector/hybrid): old export · symbolic 0.176/0.209; old export · procedural not measurable (dump gone); current export · symbolic 0.165/0.205; current export · procedural 0.339/0.301. Chunking explains the leader flip; the export effect at symbolic chunking is −0.012/−0.004, inside run noise. Interaction cell missing, additivity assumed. The cross-encoder stays an option only (0.117).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8394192"/>
            <a:ext cx="66476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1B7FAE"/>
                </a:solidFill>
                <a:latin typeface="Calibri"/>
              </a:rPr>
              <a:t>ENGINEERING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8567928"/>
            <a:ext cx="6647688" cy="9525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8686800"/>
            <a:ext cx="6647688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0000" indent="-200000">
              <a:lnSpc>
                <a:spcPct val="100000"/>
              </a:lnSpc>
              <a:spcBef>
                <a:spcPts val="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72 unit tests; ruff clean, mypy over 22 modules, cyclomatic-complexity gate 143 blocks / avg 4.37 (A) in CI; Python 3.11/3.12; CI green at 7b50775.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ADR log 0001-0009 and CHANGELOG; router 68/68 on the dev set (blind 75% before patches, 20/20 after — that set is dev now, so a new hold-out is needed).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Limitations: HNSW rebuilt on start (~60-70 s cold start, workaround for chroma#7090); single writer; no incremental indexing; gold set partly synthetic.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9765792"/>
            <a:ext cx="66476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1B7FAE"/>
                </a:solidFill>
                <a:latin typeface="Calibri"/>
              </a:rPr>
              <a:t>LINKS AND CONTACT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9939528"/>
            <a:ext cx="6647688" cy="9525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10058400"/>
            <a:ext cx="66476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>
                <a:solidFill>
                  <a:srgbClr val="0F3D5C"/>
                </a:solidFill>
                <a:latin typeface="Calibri"/>
              </a:rPr>
              <a:t>github.com/Smaturus/1c-mcp-rag-search   ·   smaturus@gmail.com   ·   MCP Python SDK · Chroma · multilingual-e5-small · BM25 · RRF · flashrank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0405872"/>
            <a:ext cx="66476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770"/>
                </a:solidFill>
                <a:latin typeface="Calibri"/>
              </a:rPr>
              <a:t>All numbers come from the repository evaluation reports (code_proc / gold-set v2, 4 runs).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