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66476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MCP + RAG for 1C — one-page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94944"/>
            <a:ext cx="6647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CFE4EF"/>
                </a:solidFill>
                <a:latin typeface="Calibri"/>
              </a:rPr>
              <a:t>Local-first search over BSL business logic and configuration metadata  ·  Sergey Matyukhin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647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1B7FAE"/>
                </a:solidFill>
                <a:latin typeface="Calibri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53896"/>
            <a:ext cx="6647688" cy="9525"/>
          </a:xfrm>
          <a:prstGeom prst="rect">
            <a:avLst/>
          </a:prstGeom>
          <a:solidFill>
            <a:srgbClr val="D3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664768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0000" indent="-200000">
              <a:lnSpc>
                <a:spcPct val="100000"/>
              </a:lnSpc>
              <a:spcBef>
                <a:spcPts val="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A 1C configuration dump is thousands of .bsl modules plus a multi-megabyte metadata report; grep finds text, not meaning.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An exact handler name and an intent question need different search strategies, and an LLM agent needs a tool with measured quality.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Hosted search stacks require deployment work and send the code off the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6647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1B7FAE"/>
                </a:solidFill>
                <a:latin typeface="Calibri"/>
              </a:rPr>
              <a:t>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15768"/>
            <a:ext cx="6647688" cy="9525"/>
          </a:xfrm>
          <a:prstGeom prst="rect">
            <a:avLst/>
          </a:prstGeom>
          <a:solidFill>
            <a:srgbClr val="D3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664768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0000" indent="-200000">
              <a:lnSpc>
                <a:spcPct val="100000"/>
              </a:lnSpc>
              <a:spcBef>
                <a:spcPts val="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Local MCP server over stdio: 9 tools, including an explainable router and a diagnostic index_stats.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intfloat/multilingual-e5-small (384-d, 512-token limit) + Chroma with HNSW cosine, CPU only.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Custom global BM25 inverted index; Reciprocal Rank Fusion with k = 60; optional flashrank cross-encoder, off by default.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No external APIs and no data leaving the machine; 40-60 ms per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6647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1B7FAE"/>
                </a:solidFill>
                <a:latin typeface="Calibri"/>
              </a:rPr>
              <a:t>CORPUS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70248"/>
            <a:ext cx="6647688" cy="9525"/>
          </a:xfrm>
          <a:prstGeom prst="rect">
            <a:avLst/>
          </a:prstGeom>
          <a:solidFill>
            <a:srgbClr val="D3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66476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0000" indent="-200000">
              <a:lnSpc>
                <a:spcPct val="100000"/>
              </a:lnSpc>
              <a:spcBef>
                <a:spcPts val="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154,560 BSL code chunks (one procedure or function per chunk, ADR 0007) + 25,026 metadata chunks from the configuration XML = 179,586 chunks.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Chunking gates: 99.6% code coverage; 0.3% of chunks over 512 tokens; token p50/p99/max = 179 / 472 / 554.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Metadata source change (text report → XML): BM25 Hit@3 93.0% → 99.7% (ADR 0008).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6647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1B7FAE"/>
                </a:solidFill>
                <a:latin typeface="Calibri"/>
              </a:rPr>
              <a:t>QUALITY — GOLD-SET V2: 70 NATURAL-LANGUAGE QUERIES, FILE-LEVEL RELEVANCE, 4 RUNS, MEAN ± 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660136"/>
            <a:ext cx="6647688" cy="9525"/>
          </a:xfrm>
          <a:prstGeom prst="rect">
            <a:avLst/>
          </a:prstGeom>
          <a:solidFill>
            <a:srgbClr val="D3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5797296"/>
          <a:ext cx="6647685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321"/>
                <a:gridCol w="1302124"/>
                <a:gridCol w="1302124"/>
                <a:gridCol w="1165058"/>
                <a:gridCol w="1165058"/>
              </a:tblGrid>
              <a:tr h="204825">
                <a:tc>
                  <a:txBody>
                    <a:bodyPr lIns="54864" rIns="45720" tIns="9144" bIns="9144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Recall@10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Hit@1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</a:tr>
              <a:tr h="204825">
                <a:tc>
                  <a:txBody>
                    <a:bodyPr lIns="54864" rIns="45720" tIns="9144" bIns="9144"/>
                    <a:lstStyle/>
                    <a:p>
                      <a:pPr algn="l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0.339 ± 0.023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0.523 ± 0.030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0.150 ± 0.007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0.268 ± 0.019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4825">
                <a:tc>
                  <a:txBody>
                    <a:bodyPr lIns="54864" rIns="45720" tIns="9144" bIns="9144"/>
                    <a:lstStyle/>
                    <a:p>
                      <a:pPr algn="l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0.337 ± 0.030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0.511 ± 0.048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0.179 ± 0.021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0.270 ± 0.024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</a:tr>
              <a:tr h="204825">
                <a:tc>
                  <a:txBody>
                    <a:bodyPr lIns="54864" rIns="45720" tIns="9144" bIns="9144"/>
                    <a:lstStyle/>
                    <a:p>
                      <a:pPr algn="l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hybrid (RRF)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0.301 ± 0.017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0.482 ± 0.034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0.129 ± 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0.240 ± 0.013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4828">
                <a:tc>
                  <a:txBody>
                    <a:bodyPr lIns="54864" rIns="45720" tIns="9144" bIns="9144"/>
                    <a:lstStyle/>
                    <a:p>
                      <a:pPr algn="l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hybrid + rerank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0.117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0.157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0.086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 lIns="54864" rIns="45720" tIns="9144" bIns="9144"/>
                    <a:lstStyle/>
                    <a:p>
                      <a:pPr algn="r"/>
                      <a:r>
                        <a:rPr sz="840" b="0">
                          <a:solidFill>
                            <a:srgbClr val="1F2A33"/>
                          </a:solidFill>
                          <a:latin typeface="Calibri"/>
                        </a:rPr>
                        <a:t>0.102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6931152"/>
            <a:ext cx="6647688" cy="1353312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0000"/>
              </a:lnSpc>
            </a:pPr>
            <a:r>
              <a:rPr sz="850">
                <a:solidFill>
                  <a:srgbClr val="1F2A33"/>
                </a:solidFill>
                <a:latin typeface="Calibri"/>
              </a:rPr>
              <a:t>Paired test (v2): Δ nDCG@10 = +0.037, bootstrap 95% CI [-0.015; +0.086], p = 0.154 → NOT significant; default unchanged, ADR 0009 proposed.
Independent v3 hold-out (71 code queries, 3 runs): vector 0.205 ± 0.014 vs hybrid 0.183 ± 0.005 nDCG@10; Δ +0.023, CI [-0.019; +0.061], p = 0.275 → also NOT significant.
Router on v3: 58/100; the main gap is lexical→hybrid. Lexical anchors: 10/10 in top-3. Cross-encoder stays optional (0.117).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394192"/>
            <a:ext cx="6647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1B7FAE"/>
                </a:solidFill>
                <a:latin typeface="Calibri"/>
              </a:rPr>
              <a:t>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8567928"/>
            <a:ext cx="6647688" cy="9525"/>
          </a:xfrm>
          <a:prstGeom prst="rect">
            <a:avLst/>
          </a:prstGeom>
          <a:solidFill>
            <a:srgbClr val="D3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8686800"/>
            <a:ext cx="66476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0000" indent="-200000">
              <a:lnSpc>
                <a:spcPct val="100000"/>
              </a:lnSpc>
              <a:spcBef>
                <a:spcPts val="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72 unit tests; ruff clean, mypy over 22 modules, cyclomatic-complexity gate 143 blocks / avg 4.37 (A) in CI; Python 3.11/3.12; CI green at 64a0085 (cleaned history).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ADR log 0001-0009 and CHANGELOG; router 68/68 on the dev set, 58/100 on the independent v3 hold-out (quoted-name lexical cases fall back to hybrid).</a:t>
            </a:r>
          </a:p>
          <a:p>
            <a:pPr marL="200000" indent="-200000">
              <a:lnSpc>
                <a:spcPct val="100000"/>
              </a:lnSpc>
              <a:spcBef>
                <a:spcPts val="350"/>
              </a:spcBef>
            </a:pPr>
            <a:r>
              <a:rPr sz="950">
                <a:solidFill>
                  <a:srgbClr val="1F2A33"/>
                </a:solidFill>
                <a:latin typeface="Calibri"/>
              </a:rPr>
              <a:t>•  Limitations: HNSW rebuilt on start (~60-70 s cold start, workaround for chroma#7090); single writer; no incremental indexing; gold set partly synthetic.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765792"/>
            <a:ext cx="6647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1B7FAE"/>
                </a:solidFill>
                <a:latin typeface="Calibri"/>
              </a:rPr>
              <a:t>LINKS AND CONTACT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9939528"/>
            <a:ext cx="6647688" cy="9525"/>
          </a:xfrm>
          <a:prstGeom prst="rect">
            <a:avLst/>
          </a:prstGeom>
          <a:solidFill>
            <a:srgbClr val="D3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0058400"/>
            <a:ext cx="6647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0F3D5C"/>
                </a:solidFill>
                <a:latin typeface="Calibri"/>
              </a:rPr>
              <a:t>github.com/Smaturus/1c-mcp-rag-search   ·   smaturus@gmail.com   ·   MCP Python SDK · Chroma · multilingual-e5-small · BM25 · RRF · flashrank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0405872"/>
            <a:ext cx="66476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770"/>
                </a:solidFill>
                <a:latin typeface="Calibri"/>
              </a:rPr>
              <a:t>All numbers come from the repository reports: gold-set v2 (4 runs) and independent v3 hold-out (3 runs).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