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9728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66476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MCP + RAG for 1C — one-page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66476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CFE4EF"/>
                </a:solidFill>
                <a:latin typeface="Calibri"/>
              </a:rPr>
              <a:t>Local-first search over BSL business logic and configuration metadata  ·  Sergey Matyukhin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5389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664768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 1C configuration dump is thousands of .bsl modules plus a multi-megabyte metadata report; grep finds text, not meaning.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An exact handler name and an intent question need different search strategies, and an LLM agent needs a tool with measured quality.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Hosted search stacks require deployment work and send the code off the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4203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1576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664768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Local MCP server over stdio: 9 tools, including an explainable router and a diagnostic index_stats.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intfloat/multilingual-e5-small (384-d, 512-token limit) + Chroma with HNSW cosine, CPU only.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Custom global BM25 inverted index; Reciprocal Rank Fusion with k = 60; optional flashrank cross-encoder, off by default.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No external APIs and no data leaving the machine; 40-60 ms per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CORPUS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7024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66476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154,560 BSL code chunks (one procedure or function per chunk, ADR 0007) + 25,026 metadata chunks from the configuration XML = 179,586 chunks.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Chunking gates: 99.6% code coverage; 0.3% of chunks over 512 tokens; token p50/p99/max = 179 / 472 / 554.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Metadata source change (text report → XML): BM25 Hit@3 93.0% → 99.7% (ADR 0008).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QUALITY — GOLD-SET V2: 70 NATURAL-LANGUAGE QUERIES, FILE-LEVEL RELEVANCE, 4 RUNS, MEAN ±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66013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5797296"/>
          <a:ext cx="6647685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3321"/>
                <a:gridCol w="1302124"/>
                <a:gridCol w="1302124"/>
                <a:gridCol w="1165058"/>
                <a:gridCol w="1165058"/>
              </a:tblGrid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0.331 ± 0.028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0.511 ± 0.044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0.157 ± 0.018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0.266 ± 0.026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0.383 ± 0.040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0.562 ± 0.053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0.207 ± 0.038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0.313 ± 0.039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0.442 ± 0.012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0.652 ± 0.024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0.221 ± 0.008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0.368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lexical (BM25)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0.426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0.355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20980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0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57200" y="7205472"/>
            <a:ext cx="6647688" cy="1143000"/>
          </a:xfrm>
          <a:prstGeom prst="roundRect">
            <a:avLst>
              <a:gd name="adj" fmla="val 7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</a:pPr>
            <a:r>
              <a:rPr sz="830">
                <a:solidFill>
                  <a:srgbClr val="1F2A33"/>
                </a:solidFill>
                <a:latin typeface="Calibri"/>
              </a:rPr>
              <a:t>Paired test (v2, 4 runs): hybrid 0.442 vs vector 0.331; Δ = −0.112, 95% CI [−0.184; −0.038], p = 0.0037 → hybrid significantly better; default hybrid confirmed.
Independent v3 hold-out (71 code queries, 3 runs): hybrid 0.217 vs vector 0.208; Δ = −0.010, p = 0.635 → not worse. ADR 0009 (leader shift) rejected; fix in ADR 0010.
Router v3: 58/100; main gap lexical→hybrid. Anchors: 10/10 top-3.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83941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ENGINEERING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85679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8686800"/>
            <a:ext cx="664768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74 unit tests; ruff clean, mypy over 22 modules, cyclomatic-complexity gate 143 blocks / avg 4.37 (A) in CI; Python 3.11/3.12; CI green.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ADR log 0001-0009 and CHANGELOG; router 68/68 on the dev set, 58/100 on the independent v3 hold-out (quoted-name lexical cases fall back to hybrid).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Limitations: HNSW rebuilt on start (~60-70 s cold start, workaround for chroma#7090); single writer; no incremental indexing; gold set partly synthetic.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7657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LINKS AND CONTACT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99395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0058400"/>
            <a:ext cx="6647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0F3D5C"/>
                </a:solidFill>
                <a:latin typeface="Calibri"/>
              </a:rPr>
              <a:t>github.com/Smaturus/1c-mcp-rag-search   ·   smaturus@gmail.com   ·   MCP Python SDK · Chroma · multilingual-e5-small · BM25 · RRF · flashrank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0405872"/>
            <a:ext cx="6647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770"/>
                </a:solidFill>
                <a:latin typeface="Calibri"/>
              </a:rPr>
              <a:t>All numbers come from the repository reports: gold-set v2 (4 runs) and independent v3 hold-out (3 runs).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