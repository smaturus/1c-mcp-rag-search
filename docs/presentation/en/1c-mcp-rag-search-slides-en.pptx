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nDCG@10 on the current corpus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</c:spPr>
          <c:cat>
            <c:strRef>
              <c:f>Sheet1!$A$2:$A$5</c:f>
              <c:strCache>
                <c:ptCount val="4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  <c:pt idx="3">
                  <c:v>hybrid_rerank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0.339</c:v>
                </c:pt>
                <c:pt idx="1">
                  <c:v>0.337</c:v>
                </c:pt>
                <c:pt idx="2">
                  <c:v>0.301</c:v>
                </c:pt>
                <c:pt idx="3">
                  <c:v>0.117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seconds: who I am, what the artefact is. One sentence to plant the thesis - this is not only 'search works', it is measured quality plus documented decisions. Duration is on screen so I keep the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task as engineering, not as a demo. There are two equal halves: the MCP server an agent can call, and the retrieval pipeline with an evaluation contour. The second half is what the talk defends.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 to anchor the talk: corpus size, quality of the current leader, router coverage, metadata hit rate. Then the stack in one breath. The counts are exact: 154,560 code chunks plus 25,026 metadata chunks.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loops. The important design point is that BM25 is a global index over all chunks, not a reranker over cosine candidates - otherwise RRF would be meaningless. The reranker sits after fusion and is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corpus is the change that moved the metrics. Procedure chunks are coherent units, so cosine improved and file-level recall went from 0.310 to 0.523. The same repetition of procedure names and paths weakened the lexical signal. Metadata came from XML, which lifted BM25 Hit@3 from 93.0% to 99.7%.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tools, one contract. The interesting part is not the count, it is that tool choice is explicit and testable. Be honest about the router: the blind set scored 75% before the patches, which is below my own gate, so I published it. After the patches it is 20/20 - but on a set that is no longer blind.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RRF is the central past design decision. We fuse positions, not scores, so no weights are tuned. On the old corpus this gave a +19% gain over vector. On the current corpus the order flipped - that is slide 10, and it is recorded in ADR 0009.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 negative result. The reranker makes quality worse on this domain and is much slower, so it stays behind a flag. Keeping the losing row in the table is the point: the pipeline was not massaged until it looked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methodology matters more than the numbers. The first gold-set version had a defect in how relevance was scored, it was fixed and written down in ADR 0003. The spread across four runs is reported everywhere, so nobody has to trust a single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top to bottom: vector 0.339, pearson 0.337, hybrid 0.301, rerank 0.117. The paired test on v2 gives +0.037 with an interval that crosses zero (p = 0.154). I then ran an independent 100-query v3 hold-out that never touched tuning: on 71 code queries over three runs vector is 0.205 and hybrid 0.183, delta +0.023, p = 0.275, again not significant. So the default stays hybrid and ADR 0009 remains proposed. The 2x2 ablation explains why the leader moved: symbolic chunking favours hybrid, procedural chunking favours vector, and the export effect is inside run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ADRs, five honest limitations. As a portfolio piece this is a strength: it shows where the solution stops. The cold start and the missing incremental indexing are the two things a production user would hit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thesis: measurable retrieval plus decisions that are written down. Then the next steps, and where to find the code.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libri"/>
              </a:rPr>
              <a:t>MCP + RAG for 1C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E4EF"/>
                </a:solidFill>
                <a:latin typeface="Calibri"/>
              </a:rPr>
              <a:t>Local-first search over BSL business logic and configuration metadata:
hybrid BM25 + cosine via RRF, and an honest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2011680" cy="45720"/>
          </a:xfrm>
          <a:prstGeom prst="rect">
            <a:avLst/>
          </a:prstGeom>
          <a:solidFill>
            <a:srgbClr val="6FB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480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Sergey Matyukhin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92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9D7E6"/>
                </a:solidFill>
                <a:latin typeface="Calibri"/>
              </a:rPr>
              <a:t>github.com/Smaturus/1c-mcp-rag-search
MCP Python SDK  ·  Chroma  ·  multilingual-e5-small  ·  BM25  ·  RRF  ·  flashrank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FB8CF"/>
                </a:solidFill>
                <a:latin typeface="Calibri"/>
              </a:rPr>
              <a:t>English talk · 10 minutes +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The problem, and what I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492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 1C configuration dump is thousands of .bsl modules plus a multi-megabyte metadata report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grep matches text, not meaning; an exact handler name and an intent question need different tools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Hosted search stacks mean deployment work and data leaving the machine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An LLM agent needs a tool whose quality is measured, not assumed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188720"/>
            <a:ext cx="9525" cy="452628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09728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What I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3492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 local MCP server over stdio: 9 tools, including an explainable router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Fully local retrieval: e5-small embeddings plus Chroma, CPU only, no external APIs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Hybrid search: cosine and a global BM25 index, fused with Reciprocal Rank Fusion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Measured: gold-set v2, 70 queries, file-level relevance, 4 independent runs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The project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179,586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chunks in the index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9272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0.339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nDCG@10, vector (leader)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68/68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router regression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99.7 %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metadata BM25 Hit@3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74720"/>
            <a:ext cx="11185855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Embeddings: intfloat/multilingual-e5-small, 384 dimensions, 512-token limit, query:/passage: prefixes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Storage: Chroma with HNSW cosine; lexical side: a custom BM25 inverted index over all chunks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Fusion: Reciprocal Rank Fusion, k = 60; optional flashrank cross-encoder, off by default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Interface: MCP over stdio, 9 tools; evaluation: 70 queries x 4 configurations, 4 runs each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Engineering: Python 3.11/3.12, 72 unit tests, ruff clean, mypy on 22 modules, complexity gate 143 blocks (avg 4.37, A); 40-60 ms/query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Architecture: two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Offline index 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214884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1C configuration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dump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24912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17520" y="1298448"/>
            <a:ext cx="1874519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chunking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procedures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65191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57799" y="1298448"/>
            <a:ext cx="13258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passage: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56831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39" y="1298448"/>
            <a:ext cx="141732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39911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32519" y="1298448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inverted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146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Online query path (MCP over stdio)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7792"/>
            <a:ext cx="109728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query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655064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11096" y="2907792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query: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00400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56432" y="2907792"/>
            <a:ext cx="16002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top-50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111496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67528" y="2907792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RRF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k = 60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56832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12864" y="290779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rerank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(optional)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339328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95360" y="2907792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11480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top-50</a:t>
            </a:r>
          </a:p>
        </p:txBody>
      </p:sp>
      <p:sp>
        <p:nvSpPr>
          <p:cNvPr id="29" name="Up Arrow 28"/>
          <p:cNvSpPr/>
          <p:nvPr/>
        </p:nvSpPr>
        <p:spPr>
          <a:xfrm>
            <a:off x="4645152" y="3986784"/>
            <a:ext cx="237744" cy="256032"/>
          </a:xfrm>
          <a:prstGeom prst="up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07492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770"/>
                </a:solidFill>
                <a:latin typeface="Calibri"/>
              </a:rPr>
              <a:t>Top: the offline index build. Bottom: the online query path. RRF fuses two independent rankings; the cross-encoder is an optional extra stage. Everything runs locally: no external APIs, no data leaves the machine.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Corpus and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Procedure-level chunking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486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154,560 code chunks: one procedure or function per chunk (ADR 0007)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Before (symbolic 1200/200 windows): procedures cut mid-body, 32.1% of chunks over the 512-token limit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25,026 metadata chunks parsed from the configuration XML dump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Total: 179,586 chunks in the index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Current gates: 99.6% code coverage; 0.3% over 512 tokens; tokens p50/p99/max = 179 / 472 / 554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9525" cy="434340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972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Metadata from 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9377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25,026 chunks over 5,911 objects: attributes, types and form names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BM25 Hit@3 99.7% against 93.0% for the old text-report source (ADR 0008)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Structured source keeps field names and types inside the chunk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566160"/>
            <a:ext cx="4709160" cy="141732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0F3D5C"/>
                </a:solidFill>
                <a:latin typeface="Calibri"/>
              </a:rPr>
              <a:t>93.0% → 99.7%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BM25 Hit@3 on metadata, text report → 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516636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0"/>
                </a:solidFill>
                <a:latin typeface="Calibri"/>
              </a:rPr>
              <a:t>Parsed once into JSONL, then indexed like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MCP server: tools for an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78992"/>
          <a:ext cx="1118585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9304"/>
                <a:gridCol w="6876550"/>
              </a:tblGrid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returns / when to use it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codesearch(query,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cosine baseline over BSL code modules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metadatasearch(query,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cosine baseline over configuration metadata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search(query, top_k, mode, collection)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unified entry: vector | hybrid | hybrid_rerank | pearson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evaluate_retrieval(query, k, ...)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Hit@k, MRR, nDCG and a null-tail check for one query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search_1c_metadata(query,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BM25: exact names, handlers, calls, "who writes to this register"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search_knowledge_base(query,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vector: "how to", "why it fails", instructions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search_hybrid(query,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RRF fusion for mixed queries; the safe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route_query(query)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explains route, tool, confidence and reason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index_stats()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diagnostic: which index is served, collection counts, model, default mode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F3D5C"/>
                </a:solidFill>
                <a:latin typeface="Calibri"/>
              </a:rPr>
              <a:t>How it connects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18888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stdio transport: the client launches the server, there is no service to deploy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Routing is code with tests, not instructions inside a prompt: 68/68 on the dev regression set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Blind Part-3 set (20 cases, hash fixed): 75% before patches, published as below the 80% gate; 20/20 after, but that set is dev now - a new hold-out is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Hybrid retrieval: Reciprocal Rank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F3D5C"/>
                </a:solidFill>
                <a:latin typeface="Calibri"/>
              </a:rPr>
              <a:t>score(d) = Σ 1 / (k + rank_i(d)),   k =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Why RRF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53949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cosine and BM25 produce scores on incomparable scales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RRF uses ranks only, so there is nothing to calibrate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BM25 catches exact names, cosine catches meaning; fusion keeps both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k = 60 damps the first positions so one source cannot dominate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2011680"/>
            <a:ext cx="9525" cy="292608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What it bought us (nDCG@10)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377440"/>
            <a:ext cx="530352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Old corpus: hybrid 0.209, vector 0.176 - hybrid was the leader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Current corpus: vector 0.339, hybrid 0.301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A weighted Pearson variant reaches 0.337, but needs tuned weights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Latency stays at 40-60 ms per query on CPU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85855" cy="96012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1F2A33"/>
                </a:solidFill>
                <a:latin typeface="Calibri"/>
              </a:rPr>
              <a:t>Example: query "ПередЗаписью". BM25 lifts modules that contain the exact handler name, cosine adds related meaning, and RRF merges the two rankings without a weight search.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Negative result: the cross-encoder reranker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What I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949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flashrank 0.2.10 with an ONNX cross-encoder on CPU, no PyTorch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ms-marco-MultiBERT-L-12, max_length = 128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Input: top-20 RRF candidates; a passage is the file path plus its code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Lazy model load, cache on disk, one extra stage after fusion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188720"/>
            <a:ext cx="9525" cy="448056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097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What it did to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303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A83A3A"/>
                </a:solidFill>
                <a:latin typeface="Calibri"/>
              </a:rPr>
              <a:t>•  Old corpus: 0.209 → 0.069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A83A3A"/>
                </a:solidFill>
                <a:latin typeface="Calibri"/>
              </a:rPr>
              <a:t>•  Current corpus: 0.117 against 0.301 for plain hybrid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Latency ~2.4 s per query on CPU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Hypothesis: trained on web passages; BSL is long, repetitive, identifier-heavy code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0F3D5C"/>
                </a:solidFill>
                <a:latin typeface="Calibri"/>
              </a:rPr>
              <a:t>•  Decision: kept as an option, not the default (ADR 0002)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1185855" cy="86868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0F3D5C"/>
                </a:solidFill>
                <a:latin typeface="Calibri"/>
              </a:rPr>
              <a:t>The losing configuration stays in the report. Nothing was tuned until the numbers looked good.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How quality was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Gold-set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70 natural-language queries: 30 curated plus 40 generated over configuration objects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Three query types: exact, semantic, trap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Relevance is scored at the source-file level, not per chunk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Duplicate chunks from one file are collapsed before scoring (ADR 0004)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Metrics: Hit@1, MRR@10, nDCG@10, Recall@10; four independent runs, a fresh process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9525" cy="434340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972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Why this 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9377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Chunk-level ground truth scored a correct file as a miss: false zeros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File-level relevance stays stable when the chunking changes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Recall@k is normalised by min(|relevant|, k)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std of 0.023 for vector means the result is reproducible, not a lucky run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Each run reloads the index: the numbers are means, not a best-of selection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57800"/>
            <a:ext cx="11185855" cy="77724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1F2A33"/>
                </a:solidFill>
                <a:latin typeface="Calibri"/>
              </a:rPr>
              <a:t>Every number in this talk is a mean of four independent runs, reported together with its standard deviation.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Results: gold-set v2, 70 queries, k =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51560"/>
          <a:ext cx="1118585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074795"/>
                <a:gridCol w="2074795"/>
                <a:gridCol w="2165004"/>
                <a:gridCol w="2074795"/>
              </a:tblGrid>
              <a:tr h="374903">
                <a:tc>
                  <a:txBody>
                    <a:bodyPr lIns="73152" rIns="73152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374903"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0.268 ± 0.019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0.523 ± 0.030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0.179 ± 0.021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0.270 ± 0.024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0.337 ± 0.030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0.511 ± 0.048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74903"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0.129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0.240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0.482 ± 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3108960"/>
          <a:ext cx="521208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301752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3D5C"/>
                </a:solidFill>
                <a:latin typeface="Calibri"/>
              </a:rPr>
              <a:t>Validation: v2 and independent v3 hold-out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273552"/>
            <a:ext cx="5669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1F2A33"/>
                </a:solidFill>
                <a:latin typeface="Calibri"/>
              </a:rPr>
              <a:t>v2: Δ +0.037, CI [-0.015; +0.086], p = 0.154
v3 (71 code queries, 3 runs): vector 0.205 ± 0.014 / hybrid 0.183 ± 0.005
v3: Δ +0.023, CI [-0.019; +0.061], p = 0.275 — not significant
Both not significant: default hybrid unchanged, ADR 0009 stays proposed.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11480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3D5C"/>
                </a:solidFill>
                <a:latin typeface="Calibri"/>
              </a:rPr>
              <a:t>2×2 ablation (nDCG@10, vector / hybrid)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35040" y="4370832"/>
          <a:ext cx="5650992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496"/>
                <a:gridCol w="1412748"/>
                <a:gridCol w="1412748"/>
              </a:tblGrid>
              <a:tr h="204825">
                <a:tc>
                  <a:txBody>
                    <a:bodyPr lIns="73152" rIns="73152" tIns="18288" bIns="18288"/>
                    <a:lstStyle/>
                    <a:p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2×2 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204825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old export · symbolic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0.209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4825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old export · procedural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204825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current export · symbolic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0.165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0.205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4828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current export · procedural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35040" y="5504688"/>
            <a:ext cx="565099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9" b="0">
                <a:solidFill>
                  <a:srgbClr val="1F2A33"/>
                </a:solidFill>
                <a:latin typeface="Calibri"/>
              </a:rPr>
              <a:t>Chunking explains the flip: hybrid leads under symbolic chunking, vector leads under procedural. Export effect at symbolic chunking: −0.012 / −0.004, inside run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943600"/>
            <a:ext cx="5650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5B6770"/>
                </a:solidFill>
                <a:latin typeface="Calibri"/>
              </a:rPr>
              <a:t>Interaction cell missing (old dump gone); additivity assumed.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44068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All CPU modes: 40-60 ms per query. Cross-encoder rerank: ~2.4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Decisions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Decision log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55778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0001: RRF over weighted Pearson - better ranking, no weight calibration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0002: reranker stays optional - it hurts quality on BSL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0003: file-level relevance - stable, reproducible metrics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0004: deduplicated metrics - one file counted once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0005: gold-set v2 - natural-language queries, not identifier templates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0006: routing as tested code - tool choice is explainable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0007: procedure chunking - the 512-token overflow is gone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0008: XML metadata - BM25 Hit@3 93.0% → 99.7%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0009: corpus change - leader moved from hybrid to vector (proposed)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9525" cy="438912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515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481328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is rebuilt on start: ~60-70 s cold start, a workaround for a known Chroma issue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is partly synthetic; absolute metrics are modest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A single writer; no parallel indexing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No incremental indexing: a full rebuild takes hours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v3 hold-out: router 58/100; quoted-name lexical cases fall back to hybrid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85855" cy="77724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1F2A33"/>
                </a:solidFill>
                <a:latin typeface="Calibri"/>
              </a:rPr>
              <a:t>ADR 0009 is deliberately still proposed: the default changes only after an independent sample confirms the shift.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What is done,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What is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58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MCP server with 9 tools over a 179,586-chunk local index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Retrieval: e5 cosine + global BM25 + RRF + an optional cross-encoder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Router as a tested contract: 68/68 on the dev regression set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Evaluation loop: gold-set v2, file-level metrics, 4 runs, mean ± std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Engineering: 72 tests, ruff + mypy (22 modules) + complexity gate (avg 4.37 A), ADR log, CI 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What comes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Finish the 2x2 ablation, then decide the default mode (ADR 0009)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 new hold-out for the router; incremental indexing; get_metadata and find_callers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Code-oriented embeddings; a code reranker; 100+ manually labelled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436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7FAE"/>
                </a:solidFill>
                <a:latin typeface="Calibri"/>
              </a:rPr>
              <a:t>github.com/Smaturus/1c-mcp-rag-search  ·  smaturus@gmail.com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