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200" b="1" u="none" strike="noStrike">
                <a:solidFill>
                  <a:srgbClr val="000000"/>
                </a:solidFill>
                <a:uFillTx/>
                <a:latin typeface="Calibri"/>
              </a:rPr>
              <a:t>nDCG@10, current corpus (fixed BM25)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  <a:ln w="0">
              <a:noFill/>
            </a:ln>
          </c:spPr>
          <c:invertIfNegative val="0"/>
          <c:dLbls>
            <c:numFmt formatCode="0.00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0.331</c:v>
                </c:pt>
                <c:pt idx="1">
                  <c:v>0.383</c:v>
                </c:pt>
                <c:pt idx="2">
                  <c:v>0.442</c:v>
                </c:pt>
              </c:numCache>
            </c:numRef>
          </c:val>
        </c:ser>
        <c:gapWidth val="90"/>
        <c:overlap val="0"/>
        <c:axId val="35594783"/>
        <c:axId val="61945488"/>
      </c:barChart>
      <c:catAx>
        <c:axId val="35594783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61945488"/>
        <c:crosses val="autoZero"/>
        <c:auto val="1"/>
        <c:lblAlgn val="ctr"/>
        <c:lblOffset val="100"/>
        <c:noMultiLvlLbl val="0"/>
      </c:catAx>
      <c:valAx>
        <c:axId val="61945488"/>
        <c:scaling>
          <c:orientation val="minMax"/>
          <c:max val="0.5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35594783"/>
        <c:crosses val="autoZero"/>
        <c:crossBetween val="between"/>
        <c:majorUnit val="0.1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8E1862-7C7D-472C-8627-D2B4FF34BC9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Thirty seconds: who I am, what the artefact is. One sentence to plant the thesis - this is not only 'search works', it is measured quality plus documented decisions. Duration is on screen so I keep the pace.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B79B663-E4D9-468E-819F-C0A020E31D8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the task as engineering, not as a demo. There are two equal halves: the MCP server an agent can call, and the retrieval pipeline with an evaluation contour. The second half is what the talk defends.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26C8AE9-E2B4-498A-873F-FA2B951DD78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numbers to anchor the talk: corpus size, quality of the current leader, router coverage, metadata hit rate. Then the stack in one breath. The counts are exact: 154,560 code chunks plus 25,026 metadata chunks.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964FAB6-348E-4634-A320-B8ADDC36587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loops. The important design point is that BM25 is a global index over all chunks, not a reranker over cosine candidates - otherwise RRF would be meaningless. The reranker sits after fusion and is off by default.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ABD515-5605-454E-82CD-85EF9D023E8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corpus is the change that moved the metrics. Procedure chunks are coherent units, so cosine improved and file-level recall went from 0.310 to 0.523. The same repetition of procedure names and paths weakened the lexical signal. Metadata came from XML, which lifted BM25 Hit@3 from 93.0% to 99.7%.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BBAECD0-B692-43C8-BDA9-6EF55B17085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Nine tools, one contract. The interesting part is not the count, it is that tool choice is explicit and testable. Be honest about the router: the blind set scored 75% before the patches, which is below my own gate, so I published it. After the patches it is 20/20 - but on a set that is no longer blind.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56E274-F2B7-4654-ADE5-1A2F2FBFE89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RRF is the central past design decision. We fuse positions, not scores, so no weights are tuned. On the old corpus this gave a +19% gain over vector. On the current corpus the apparent flip was a BM25 tokenizer defect; after the fix hybrid leads again (0.442 vs 0.331) - that is slide 10 and ADR 0010.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D47B3B1-42B9-4A6C-B440-D9D22EC8F03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honest negative result. The reranker made quality worse on the old corpus and is much slower, so it stays behind a flag. It was not re-measured after the BM25 fix. The losing result is kept: the pipeline was not massaged until it looked good.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773D9D-36BA-4EA2-BED0-0537BEAC8E4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methodology matters more than the numbers. The first gold-set version had a defect in how relevance was scored, it was fixed and written down in ADR 0003. The spread across four runs is reported everywhere, so nobody has to trust a single run.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1CA6E5-1112-4DC8-8E57-5FF8B93A474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the table top to bottom: hybrid 0.442, lexical 0.426, pearson 0.383, vector 0.331. The paired test gives delta minus 0.112, confidence interval from minus 0.184 to minus 0.038, p = 0.0037: hybrid is significantly better on v2. On the independent v3 hold-out hybrid is 0.217 against vector 0.208, p = 0.635, so not worse. The apparent leader flip was a BM25 tokenizer defect: CamelCase identifiers were not split, so natural queries missed them. I fixed the tokenizer, rebuilt the index, and the old 2x2 ablation is void.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8343692-0716-46CA-B6F3-8C34BBEF5E6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 ADRs, five honest limitations. As a portfolio piece this is a strength: it shows where the solution stops. The cold start and the missing incremental indexing are the two things a production user would hit first.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7E1D06-2C49-436C-A97B-82DD7B37CAE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on the thesis: measurable retrieval plus decisions that are written down. Then the next steps, and where to find the code. Hand over to questions.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046EFC-5EA7-4741-B70C-A95E4035DC6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524CE0-B9B9-46B8-96BF-019ED510F9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4264C2-3654-49AF-8C8F-CA349AAF9E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28012A-B6D2-435F-AC35-ED038AB319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C0271A-CB62-444F-A532-C32E93E22F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E5F54C-2AC8-4AD7-97F1-09643D7BA6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F55967-0063-4240-9755-7BAF2B5C4C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BC3982-3829-4940-8370-79243D79E3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BCF0B9-49A6-4722-9C54-520326C270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2FA2A1-5AAA-4EC7-A0F4-B5391D27F0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8E967D-8976-4E15-84B5-1901879C95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269BDA-9052-43A4-BA10-E4AA620926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502920" y="1600200"/>
            <a:ext cx="111855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MCP + RAG for 1C</a:t>
            </a:r>
            <a:endParaRPr lang="ru-RU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02920" y="2743200"/>
            <a:ext cx="111855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2200" b="0" u="none" strike="noStrike">
                <a:solidFill>
                  <a:srgbClr val="CFE4EF"/>
                </a:solidFill>
                <a:effectLst/>
                <a:uFillTx/>
                <a:latin typeface="Calibri"/>
              </a:rPr>
              <a:t>Local-first search over BSL business logic and configuration metadata: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2200" b="0" u="none" strike="noStrike">
                <a:solidFill>
                  <a:srgbClr val="CFE4EF"/>
                </a:solidFill>
                <a:effectLst/>
                <a:uFillTx/>
                <a:latin typeface="Calibri"/>
              </a:rPr>
              <a:t>hybrid BM25 + cosine via RRF, and an honest evaluation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502920" y="4224600"/>
            <a:ext cx="2011320" cy="45360"/>
          </a:xfrm>
          <a:prstGeom prst="rect">
            <a:avLst/>
          </a:prstGeom>
          <a:solidFill>
            <a:srgbClr val="6FB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448056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Sergey Matyukhin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4892040"/>
            <a:ext cx="10515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B9D7E6"/>
                </a:solidFill>
                <a:effectLst/>
                <a:uFillTx/>
                <a:latin typeface="Calibri"/>
              </a:rPr>
              <a:t>github.com/Smaturus/1c-mcp-rag-search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300" b="0" u="none" strike="noStrike">
                <a:solidFill>
                  <a:srgbClr val="B9D7E6"/>
                </a:solidFill>
                <a:effectLst/>
                <a:uFillTx/>
                <a:latin typeface="Calibri"/>
              </a:rPr>
              <a:t>MCP Python SDK  ·  Chroma  ·  multilingual-e5-small  ·  BM25  ·  RRF  ·  flashrank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502920" y="58978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00" b="0" u="none" strike="noStrike">
                <a:solidFill>
                  <a:srgbClr val="8FB8CF"/>
                </a:solidFill>
                <a:effectLst/>
                <a:uFillTx/>
                <a:latin typeface="Calibri"/>
              </a:rPr>
              <a:t>English talk · 10 minutes + Q&amp;A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The problem, and what I built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2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502920" y="1097280"/>
            <a:ext cx="5394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Problem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502920" y="1554480"/>
            <a:ext cx="534888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</a:pP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A 1C configuration dump is thousands of .bsl modules plus a multi-megabyte metadata report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grep matches text, not meaning; an exact handler name and an intent question need different tools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Hosted search stacks mean deployment work and data leaving the machine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An LLM agent needs a tool whose quality is measured, not assumed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6080760" y="1188720"/>
            <a:ext cx="9000" cy="4525920"/>
          </a:xfrm>
          <a:prstGeom prst="rect">
            <a:avLst/>
          </a:prstGeom>
          <a:solidFill>
            <a:srgbClr val="D3E2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6355080" y="1097280"/>
            <a:ext cx="5348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I built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6355080" y="1554480"/>
            <a:ext cx="534888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</a:pP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A local MCP server over stdio: 9 tools, including an explainable router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Fully local retrieval: e5-small embeddings plus Chroma, CPU only, no external APIs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Hybrid search: cosine and a global BM25 index, fused with Reciprocal Rank Fusion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Measured: gold-set v2, 70 queries, file-level relevance, 4 independent runs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The project in numbers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3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5"/>
          <p:cNvSpPr/>
          <p:nvPr/>
        </p:nvSpPr>
        <p:spPr>
          <a:xfrm>
            <a:off x="502920" y="1188720"/>
            <a:ext cx="2651400" cy="15084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179,586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chunks in the index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6"/>
          <p:cNvSpPr/>
          <p:nvPr/>
        </p:nvSpPr>
        <p:spPr>
          <a:xfrm>
            <a:off x="3319200" y="1188720"/>
            <a:ext cx="2651400" cy="15084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0.442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nDCG@10, hybrid (leader)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7"/>
          <p:cNvSpPr/>
          <p:nvPr/>
        </p:nvSpPr>
        <p:spPr>
          <a:xfrm>
            <a:off x="6135480" y="1188720"/>
            <a:ext cx="2651400" cy="15084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68/68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router regression cases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8"/>
          <p:cNvSpPr/>
          <p:nvPr/>
        </p:nvSpPr>
        <p:spPr>
          <a:xfrm>
            <a:off x="8952120" y="1188720"/>
            <a:ext cx="2651400" cy="15084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99.7 %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metadata BM25 Hit@3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9"/>
          <p:cNvSpPr/>
          <p:nvPr/>
        </p:nvSpPr>
        <p:spPr>
          <a:xfrm>
            <a:off x="502920" y="3017520"/>
            <a:ext cx="1118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Stack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02920" y="3474720"/>
            <a:ext cx="1118556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</a:pP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901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Embeddings: intfloat/multilingual-e5-small, 384 dimensions, 512-token limit, query:/passage: prefixes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901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Storage: Chroma with HNSW cosine; lexical side: a custom BM25 inverted index over all chunks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901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Fusion: Reciprocal Rank Fusion, k = 60; optional flashrank cross-encoder, off by default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901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Interface: MCP over stdio, 9 tools; evaluation: 70 queries x 4 configurations, 4 runs each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901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Engineering: Python 3.11/3.12, 74 unit tests, ruff clean, mypy on 22 modules, complexity gate 143 blocks (avg 4.37, A); 17-160 ms/query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Architecture: two loops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4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5"/>
          <p:cNvSpPr/>
          <p:nvPr/>
        </p:nvSpPr>
        <p:spPr>
          <a:xfrm>
            <a:off x="502920" y="9144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B7FAE"/>
                </a:solidFill>
                <a:effectLst/>
                <a:uFillTx/>
                <a:latin typeface="Calibri"/>
              </a:rPr>
              <a:t>Offline index build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6"/>
          <p:cNvSpPr/>
          <p:nvPr/>
        </p:nvSpPr>
        <p:spPr>
          <a:xfrm>
            <a:off x="502920" y="1298520"/>
            <a:ext cx="214848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1C configuration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dump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ight Arrow 7"/>
          <p:cNvSpPr/>
          <p:nvPr/>
        </p:nvSpPr>
        <p:spPr>
          <a:xfrm>
            <a:off x="2724840" y="1572840"/>
            <a:ext cx="219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Rounded Rectangle 8"/>
          <p:cNvSpPr/>
          <p:nvPr/>
        </p:nvSpPr>
        <p:spPr>
          <a:xfrm>
            <a:off x="3017520" y="1298520"/>
            <a:ext cx="187416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chunking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procedures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ight Arrow 9"/>
          <p:cNvSpPr/>
          <p:nvPr/>
        </p:nvSpPr>
        <p:spPr>
          <a:xfrm>
            <a:off x="4965120" y="1572840"/>
            <a:ext cx="219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ounded Rectangle 10"/>
          <p:cNvSpPr/>
          <p:nvPr/>
        </p:nvSpPr>
        <p:spPr>
          <a:xfrm>
            <a:off x="5257800" y="1298520"/>
            <a:ext cx="132552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e5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passage: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ight Arrow 11"/>
          <p:cNvSpPr/>
          <p:nvPr/>
        </p:nvSpPr>
        <p:spPr>
          <a:xfrm>
            <a:off x="6656760" y="1572840"/>
            <a:ext cx="219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ounded Rectangle 12"/>
          <p:cNvSpPr/>
          <p:nvPr/>
        </p:nvSpPr>
        <p:spPr>
          <a:xfrm>
            <a:off x="6949440" y="1298520"/>
            <a:ext cx="141696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Chroma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cosine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ight Arrow 13"/>
          <p:cNvSpPr/>
          <p:nvPr/>
        </p:nvSpPr>
        <p:spPr>
          <a:xfrm>
            <a:off x="8439840" y="1572840"/>
            <a:ext cx="219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14"/>
          <p:cNvSpPr/>
          <p:nvPr/>
        </p:nvSpPr>
        <p:spPr>
          <a:xfrm>
            <a:off x="8732520" y="1298520"/>
            <a:ext cx="169128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BM25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inverted index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5"/>
          <p:cNvSpPr/>
          <p:nvPr/>
        </p:nvSpPr>
        <p:spPr>
          <a:xfrm>
            <a:off x="502920" y="25146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B7FAE"/>
                </a:solidFill>
                <a:effectLst/>
                <a:uFillTx/>
                <a:latin typeface="Calibri"/>
              </a:rPr>
              <a:t>Online query path (MCP over stdio)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16"/>
          <p:cNvSpPr/>
          <p:nvPr/>
        </p:nvSpPr>
        <p:spPr>
          <a:xfrm>
            <a:off x="502920" y="2907720"/>
            <a:ext cx="109692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query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ight Arrow 17"/>
          <p:cNvSpPr/>
          <p:nvPr/>
        </p:nvSpPr>
        <p:spPr>
          <a:xfrm>
            <a:off x="1654920" y="3200400"/>
            <a:ext cx="20088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ounded Rectangle 18"/>
          <p:cNvSpPr/>
          <p:nvPr/>
        </p:nvSpPr>
        <p:spPr>
          <a:xfrm>
            <a:off x="1911240" y="2907720"/>
            <a:ext cx="123408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e5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query: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ight Arrow 19"/>
          <p:cNvSpPr/>
          <p:nvPr/>
        </p:nvSpPr>
        <p:spPr>
          <a:xfrm>
            <a:off x="3200400" y="3200400"/>
            <a:ext cx="20088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Rounded Rectangle 20"/>
          <p:cNvSpPr/>
          <p:nvPr/>
        </p:nvSpPr>
        <p:spPr>
          <a:xfrm>
            <a:off x="3456360" y="2907720"/>
            <a:ext cx="159984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cosine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top-50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ight Arrow 21"/>
          <p:cNvSpPr/>
          <p:nvPr/>
        </p:nvSpPr>
        <p:spPr>
          <a:xfrm>
            <a:off x="5111640" y="3200400"/>
            <a:ext cx="20088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ounded Rectangle 22"/>
          <p:cNvSpPr/>
          <p:nvPr/>
        </p:nvSpPr>
        <p:spPr>
          <a:xfrm>
            <a:off x="5367600" y="2907720"/>
            <a:ext cx="123408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RRF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k = 60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ight Arrow 23"/>
          <p:cNvSpPr/>
          <p:nvPr/>
        </p:nvSpPr>
        <p:spPr>
          <a:xfrm>
            <a:off x="6656760" y="3200400"/>
            <a:ext cx="20088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ounded Rectangle 24"/>
          <p:cNvSpPr/>
          <p:nvPr/>
        </p:nvSpPr>
        <p:spPr>
          <a:xfrm>
            <a:off x="6912720" y="2907720"/>
            <a:ext cx="137124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rerank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(optional)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ight Arrow 25"/>
          <p:cNvSpPr/>
          <p:nvPr/>
        </p:nvSpPr>
        <p:spPr>
          <a:xfrm>
            <a:off x="8339400" y="3200400"/>
            <a:ext cx="20088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26"/>
          <p:cNvSpPr/>
          <p:nvPr/>
        </p:nvSpPr>
        <p:spPr>
          <a:xfrm>
            <a:off x="8595360" y="2907720"/>
            <a:ext cx="100548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top-k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27"/>
          <p:cNvSpPr/>
          <p:nvPr/>
        </p:nvSpPr>
        <p:spPr>
          <a:xfrm>
            <a:off x="3886200" y="4114800"/>
            <a:ext cx="1828440" cy="68544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BM25 top-50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Up Arrow 28"/>
          <p:cNvSpPr/>
          <p:nvPr/>
        </p:nvSpPr>
        <p:spPr>
          <a:xfrm>
            <a:off x="4645080" y="3780000"/>
            <a:ext cx="237240" cy="255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29"/>
          <p:cNvSpPr/>
          <p:nvPr/>
        </p:nvSpPr>
        <p:spPr>
          <a:xfrm>
            <a:off x="502920" y="5074920"/>
            <a:ext cx="111855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Top: the offline index build. Bottom: the online query path. RRF fuses two independent rankings; the cross-encoder is an optional extra stage. Everything runs locally: no external APIs, no data leaves the machine.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Corpus and chunking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502920" y="1097280"/>
            <a:ext cx="5577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Procedure-level chunking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502920" y="1554480"/>
            <a:ext cx="548604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154,560 code chunks: one procedure or function per chunk (ADR 0007)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Before (symbolic 1200/200 windows): procedures cut mid-body, 32.1% of chunks over the 512-token limit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25,026 metadata chunks parsed from the configuration XML dump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Total: 179,586 chunks in the index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Current gates: 99.6% code coverage; 0.3% over 512 tokens; tokens p50/p99/max = 179 / 472 / 554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7"/>
          <p:cNvSpPr/>
          <p:nvPr/>
        </p:nvSpPr>
        <p:spPr>
          <a:xfrm>
            <a:off x="6172200" y="1188720"/>
            <a:ext cx="9000" cy="4343040"/>
          </a:xfrm>
          <a:prstGeom prst="rect">
            <a:avLst/>
          </a:prstGeom>
          <a:solidFill>
            <a:srgbClr val="D3E2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6446520" y="10972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Metadata from XML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9"/>
          <p:cNvSpPr/>
          <p:nvPr/>
        </p:nvSpPr>
        <p:spPr>
          <a:xfrm>
            <a:off x="6446520" y="1554480"/>
            <a:ext cx="4937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25,026 chunks over 5,911 objects: attributes, types and form names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BM25 Hit@3 99.7% against 93.0% for the old text-report source (ADR 0008)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Structured source keeps field names and types inside the chunk text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0"/>
          <p:cNvSpPr/>
          <p:nvPr/>
        </p:nvSpPr>
        <p:spPr>
          <a:xfrm>
            <a:off x="6446520" y="3566160"/>
            <a:ext cx="4708800" cy="14169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93.0% → 99.7%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BM25 Hit@3 on metadata, text report → XML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1"/>
          <p:cNvSpPr/>
          <p:nvPr/>
        </p:nvSpPr>
        <p:spPr>
          <a:xfrm>
            <a:off x="6446520" y="5166360"/>
            <a:ext cx="4754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Parsed once into JSONL, then indexed like code.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MCP server: tools for an agent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7" name="Table 5"/>
          <p:cNvGraphicFramePr/>
          <p:nvPr/>
        </p:nvGraphicFramePr>
        <p:xfrm>
          <a:off x="502920" y="1078920"/>
          <a:ext cx="11185560" cy="3017160"/>
        </p:xfrm>
        <a:graphic>
          <a:graphicData uri="http://schemas.openxmlformats.org/drawingml/2006/table">
            <a:tbl>
              <a:tblPr/>
              <a:tblGrid>
                <a:gridCol w="4309200"/>
                <a:gridCol w="6876360"/>
              </a:tblGrid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Tool</a:t>
                      </a:r>
                      <a:endParaRPr lang="ru-RU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What it returns / when to use it</a:t>
                      </a:r>
                      <a:endParaRPr lang="ru-RU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codesearch(query, limit)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cosine baseline over BSL code modules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metadatasearch(query, limit)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cosine baseline over configuration metadata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search(query, top_k, mode, collection)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unified entry: vector | hybrid | hybrid_rerank | pearson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evaluate_retrieval(query, k, ...)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Hit@k, MRR, nDCG and a null-tail check for one query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search_1c_metadata(query, limit)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BM25: exact names, handlers, calls, "who writes to this register"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search_knowledge_base(query, limit)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vector: "how to", "why it fails", instructions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search_hybrid(query, limit)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RRF fusion for mixed queries; the safe default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route_query(query)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explains route, tool, confidence and reason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3016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index_stats()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diagnostic: which index is served, collection counts, model, default mode</a:t>
                      </a:r>
                      <a:endParaRPr lang="ru-RU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TextBox 6"/>
          <p:cNvSpPr/>
          <p:nvPr/>
        </p:nvSpPr>
        <p:spPr>
          <a:xfrm>
            <a:off x="502920" y="4480560"/>
            <a:ext cx="11185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How it connects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7"/>
          <p:cNvSpPr/>
          <p:nvPr/>
        </p:nvSpPr>
        <p:spPr>
          <a:xfrm>
            <a:off x="502920" y="4818960"/>
            <a:ext cx="111855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stdio transport: the client launches the server, there is no service to deploy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Routing is code with tests, not instructions inside a prompt: 68/68 on the dev regression set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Blind Part-3 set (20 cases, hash fixed): 75% before patches, published as below the 80% gate; 20/20 after, but that set is dev now - a new hold-out is needed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Hybrid retrieval: Reciprocal Rank Fusion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7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502920" y="105156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score(d) = Σ 1 / (k + rank_i(d)),   k = 60</a:t>
            </a:r>
            <a:endParaRPr lang="ru-RU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502920" y="196596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Why RRF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502920" y="2377440"/>
            <a:ext cx="53946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cosine and BM25 produce scores on incomparable scales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RRF uses ranks only, so there is nothing to calibrate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BM25 catches exact names, cosine catches meaning; fusion keeps both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k = 60 damps the first positions so one source cannot dominate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8"/>
          <p:cNvSpPr/>
          <p:nvPr/>
        </p:nvSpPr>
        <p:spPr>
          <a:xfrm>
            <a:off x="6080760" y="2011680"/>
            <a:ext cx="9000" cy="2925720"/>
          </a:xfrm>
          <a:prstGeom prst="rect">
            <a:avLst/>
          </a:prstGeom>
          <a:solidFill>
            <a:srgbClr val="D3E2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6355080" y="196596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it bought us (nDCG@10)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6355080" y="2377440"/>
            <a:ext cx="530316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Old corpus: hybrid 0.209, vector 0.176 - hybrid was the leader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Current corpus after tokenizer fix: hybrid 0.442, vector 0.331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A weighted Pearson variant reaches 0.383, but needs tuned weights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Latency stays at 17-160 ms per query on CPU, depending on mode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11"/>
          <p:cNvSpPr/>
          <p:nvPr/>
        </p:nvSpPr>
        <p:spPr>
          <a:xfrm>
            <a:off x="502920" y="4526280"/>
            <a:ext cx="11185560" cy="959760"/>
          </a:xfrm>
          <a:prstGeom prst="roundRect">
            <a:avLst>
              <a:gd name="adj" fmla="val 16667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54720" rIns="182880" bIns="5472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Example: query "ПередЗаписью". BM25 lifts modules that contain the exact handler name, cosine adds related meaning, and RRF merges the two rankings without a weight search.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Negative result: the cross-encoder reranker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8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502920" y="109728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I built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6"/>
          <p:cNvSpPr/>
          <p:nvPr/>
        </p:nvSpPr>
        <p:spPr>
          <a:xfrm>
            <a:off x="502920" y="1554480"/>
            <a:ext cx="539460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flashrank 0.2.10 with an ONNX cross-encoder on CPU, no PyTorch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ms-marco-MultiBERT-L-12, max_length = 128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Input: top-20 RRF candidates; a passage is the file path plus its code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Lazy model load, cache on disk, one extra stage after fusion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7"/>
          <p:cNvSpPr/>
          <p:nvPr/>
        </p:nvSpPr>
        <p:spPr>
          <a:xfrm>
            <a:off x="6080760" y="1188720"/>
            <a:ext cx="9000" cy="4480200"/>
          </a:xfrm>
          <a:prstGeom prst="rect">
            <a:avLst/>
          </a:prstGeom>
          <a:solidFill>
            <a:srgbClr val="D3E2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355080" y="109728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it did to quality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6355080" y="1554480"/>
            <a:ext cx="530316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A83A3A"/>
                </a:solidFill>
                <a:effectLst/>
                <a:uFillTx/>
                <a:latin typeface="Calibri"/>
              </a:rPr>
              <a:t>•  Old corpus: 0.209 → 0.069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A83A3A"/>
                </a:solidFill>
                <a:effectLst/>
                <a:uFillTx/>
                <a:latin typeface="Calibri"/>
              </a:rPr>
              <a:t>•  Current corpus (old tokenizer): 0.117 against 0.301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Latency ~2.4 s per query on CPU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Hypothesis: trained on web passages; BSL is long, repetitive, identifier-heavy code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•  Decision: kept as an option, not the default (ADR 0002)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0"/>
          <p:cNvSpPr/>
          <p:nvPr/>
        </p:nvSpPr>
        <p:spPr>
          <a:xfrm>
            <a:off x="502920" y="4526280"/>
            <a:ext cx="11185560" cy="868320"/>
          </a:xfrm>
          <a:prstGeom prst="roundRect">
            <a:avLst>
              <a:gd name="adj" fmla="val 16667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54720" rIns="182880" bIns="5472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The losing configuration stays in the report. Nothing was tuned until the numbers looked good.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How quality was measured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502920" y="1097280"/>
            <a:ext cx="5577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Gold-set v2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502920" y="1554480"/>
            <a:ext cx="548604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70 natural-language queries: 30 curated plus 40 generated over configuration objects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Three query types: exact, semantic, trap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Relevance is scored at the source-file level, not per chunk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Duplicate chunks from one file are collapsed before scoring (ADR 0004)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Metrics: Hit@1, MRR@10, nDCG@10, Recall@10; four independent runs, a fresh process each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7"/>
          <p:cNvSpPr/>
          <p:nvPr/>
        </p:nvSpPr>
        <p:spPr>
          <a:xfrm>
            <a:off x="6172200" y="1188720"/>
            <a:ext cx="9000" cy="4343040"/>
          </a:xfrm>
          <a:prstGeom prst="rect">
            <a:avLst/>
          </a:prstGeom>
          <a:solidFill>
            <a:srgbClr val="D3E2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8"/>
          <p:cNvSpPr/>
          <p:nvPr/>
        </p:nvSpPr>
        <p:spPr>
          <a:xfrm>
            <a:off x="6446520" y="10972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Why this way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9"/>
          <p:cNvSpPr/>
          <p:nvPr/>
        </p:nvSpPr>
        <p:spPr>
          <a:xfrm>
            <a:off x="6446520" y="1554480"/>
            <a:ext cx="49374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Chunk-level ground truth scored a correct file as a miss: false zeros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File-level relevance stays stable when the chunking changes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Recall@k is normalised by min(|relevant|, k)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std of 0.023 for vector means the result is reproducible, not a lucky run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Each run reloads the index: the numbers are means, not a best-of selection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10"/>
          <p:cNvSpPr/>
          <p:nvPr/>
        </p:nvSpPr>
        <p:spPr>
          <a:xfrm>
            <a:off x="502920" y="5257800"/>
            <a:ext cx="11185560" cy="776880"/>
          </a:xfrm>
          <a:prstGeom prst="roundRect">
            <a:avLst>
              <a:gd name="adj" fmla="val 16667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54720" rIns="182880" bIns="5472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Every number in this talk is a mean of four independent runs, reported together with its standard deviation.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Results: gold-set v2, 70 queries, k = 10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10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5" name="Table 5"/>
          <p:cNvGraphicFramePr/>
          <p:nvPr/>
        </p:nvGraphicFramePr>
        <p:xfrm>
          <a:off x="502920" y="1051560"/>
          <a:ext cx="11185560" cy="2011320"/>
        </p:xfrm>
        <a:graphic>
          <a:graphicData uri="http://schemas.openxmlformats.org/drawingml/2006/table">
            <a:tbl>
              <a:tblPr/>
              <a:tblGrid>
                <a:gridCol w="2796120"/>
                <a:gridCol w="2074680"/>
                <a:gridCol w="2074680"/>
                <a:gridCol w="2164680"/>
                <a:gridCol w="2074680"/>
              </a:tblGrid>
              <a:tr h="40212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Configuration</a:t>
                      </a:r>
                      <a:endParaRPr lang="ru-RU" sz="10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Hit@1</a:t>
                      </a:r>
                      <a:endParaRPr lang="ru-RU" sz="10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MRR@10</a:t>
                      </a:r>
                      <a:endParaRPr lang="ru-RU" sz="10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nDCG@10</a:t>
                      </a:r>
                      <a:endParaRPr lang="ru-RU" sz="10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Recall@10</a:t>
                      </a:r>
                      <a:endParaRPr lang="ru-RU" sz="10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vector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0.164 ± 0.018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0.266 ± 0.026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0.331 ± 0.028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0.511 ± 0.044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pearson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0.207 ± 0.038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0.313 ± 0.039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0.383 ± 0.040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0.562 ± 0.053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hybrid (RRF)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0.221 ± 0.008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0.368 ± 0.010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0.442 ± 0.012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0.652 ± 0.024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lexical (BM25)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0.271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0.355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0.426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8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0.571</a:t>
                      </a:r>
                      <a:endParaRPr lang="ru-RU" sz="10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6" name="Chart 6"/>
          <p:cNvGraphicFramePr/>
          <p:nvPr/>
        </p:nvGraphicFramePr>
        <p:xfrm>
          <a:off x="502920" y="3200400"/>
          <a:ext cx="5211720" cy="2148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77" name="TextBox 7"/>
          <p:cNvSpPr/>
          <p:nvPr/>
        </p:nvSpPr>
        <p:spPr>
          <a:xfrm>
            <a:off x="6035040" y="3017520"/>
            <a:ext cx="566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Validation: v2 dev and independent v3 hold-out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6035040" y="3273480"/>
            <a:ext cx="56689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96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v2 (4 runs): hybrid 0.442 ± 0.012 vs vector 0.331 ± 0.028</a:t>
            </a:r>
            <a:endParaRPr lang="ru-RU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6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Δ = −0.112, CI [−0.184; −0.038], p = 0.0037 — hybrid better</a:t>
            </a:r>
            <a:endParaRPr lang="ru-RU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6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v3 (3 runs, 71 code): hybrid 0.217 vs vector 0.208, p = 0.635</a:t>
            </a:r>
            <a:endParaRPr lang="ru-RU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6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hybrid leads on dev, not worse on v3; default confirmed.</a:t>
            </a:r>
            <a:endParaRPr lang="ru-RU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6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ADR 0009 rejected; fix documented in ADR 0010.</a:t>
            </a:r>
            <a:endParaRPr lang="ru-RU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9"/>
          <p:cNvSpPr/>
          <p:nvPr/>
        </p:nvSpPr>
        <p:spPr>
          <a:xfrm>
            <a:off x="6035040" y="4224600"/>
            <a:ext cx="566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Why the leader flipped: BM25 tokenizer (ADR 0010)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0" name="Table 10"/>
          <p:cNvGraphicFramePr/>
          <p:nvPr/>
        </p:nvGraphicFramePr>
        <p:xfrm>
          <a:off x="6035040" y="4480560"/>
          <a:ext cx="5650560" cy="953280"/>
        </p:xfrm>
        <a:graphic>
          <a:graphicData uri="http://schemas.openxmlformats.org/drawingml/2006/table">
            <a:tbl>
              <a:tblPr/>
              <a:tblGrid>
                <a:gridCol w="2825280"/>
                <a:gridCol w="1412640"/>
                <a:gridCol w="1412640"/>
              </a:tblGrid>
              <a:tr h="2170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v2 nDCG@10</a:t>
                      </a:r>
                      <a:endParaRPr lang="ru-RU" sz="9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before</a:t>
                      </a:r>
                      <a:endParaRPr lang="ru-RU" sz="9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after</a:t>
                      </a:r>
                      <a:endParaRPr lang="ru-RU" sz="9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</a:tr>
              <a:tr h="2170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vector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0.339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0.331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70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hybrid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0.301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0.442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2170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lexical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0.116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6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0.426</a:t>
                      </a:r>
                      <a:endParaRPr lang="ru-RU" sz="9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1" name="TextBox 11"/>
          <p:cNvSpPr/>
          <p:nvPr/>
        </p:nvSpPr>
        <p:spPr>
          <a:xfrm>
            <a:off x="6035040" y="5440680"/>
            <a:ext cx="5650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39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CamelCase split: «заказ покупателя» now matches ЗаказПокупателя. The old 2×2 ablation was measured with the defective tokenizer and is void.</a:t>
            </a:r>
            <a:endParaRPr lang="ru-RU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502920" y="553212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All CPU modes: 17-160 ms per query (v2). Cross-encoder rerank: ~2.4 s.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Decisions and limitations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11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5"/>
          <p:cNvSpPr/>
          <p:nvPr/>
        </p:nvSpPr>
        <p:spPr>
          <a:xfrm>
            <a:off x="502920" y="1051560"/>
            <a:ext cx="5668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Decision log (ADR)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6"/>
          <p:cNvSpPr/>
          <p:nvPr/>
        </p:nvSpPr>
        <p:spPr>
          <a:xfrm>
            <a:off x="502920" y="1481400"/>
            <a:ext cx="557748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0001: RRF over weighted Pearson - better ranking, no weight calibration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0002: reranker stays optional - it hurt quality on the old corpus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0003: file-level relevance - stable, reproducible metrics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0004: deduplicated metrics - one file counted once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0005: gold-set v2 - natural-language queries, not identifier templates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0006: routing as tested code - tool choice is explainable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0007: procedure chunking - the 512-token overflow is gone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0008: XML metadata - BM25 Hit@3 93.0% → 99.7%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0009: corpus change - leader shift rejected (tokenizer defect)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0010: CamelCase-aware BM25 - hybrid restored (0.442 vs 0.331)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7"/>
          <p:cNvSpPr/>
          <p:nvPr/>
        </p:nvSpPr>
        <p:spPr>
          <a:xfrm>
            <a:off x="6172200" y="1188720"/>
            <a:ext cx="9000" cy="4388760"/>
          </a:xfrm>
          <a:prstGeom prst="rect">
            <a:avLst/>
          </a:prstGeom>
          <a:solidFill>
            <a:srgbClr val="D3E2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8"/>
          <p:cNvSpPr/>
          <p:nvPr/>
        </p:nvSpPr>
        <p:spPr>
          <a:xfrm>
            <a:off x="6446520" y="10515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Limitations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9"/>
          <p:cNvSpPr/>
          <p:nvPr/>
        </p:nvSpPr>
        <p:spPr>
          <a:xfrm>
            <a:off x="6446520" y="1481400"/>
            <a:ext cx="493740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HNSW is rebuilt on start: ~60-70 s cold start, a workaround for a known Chroma issue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Gold-set is partly synthetic; absolute metrics are modest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A single writer; no parallel indexing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No incremental indexing: a full rebuild takes hours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v3 hold-out: router 58/100; quoted-name lexical cases fall back to hybrid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10"/>
          <p:cNvSpPr/>
          <p:nvPr/>
        </p:nvSpPr>
        <p:spPr>
          <a:xfrm>
            <a:off x="502920" y="4892040"/>
            <a:ext cx="11185560" cy="776880"/>
          </a:xfrm>
          <a:prstGeom prst="roundRect">
            <a:avLst>
              <a:gd name="adj" fmla="val 16667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54720" rIns="182880" bIns="5472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ADR 0009 is rejected: the leader shift was a BM25 tokenizer defect. Default hybrid confirmed by ADR 0010.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is done, and what comes next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12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5"/>
          <p:cNvSpPr/>
          <p:nvPr/>
        </p:nvSpPr>
        <p:spPr>
          <a:xfrm>
            <a:off x="502920" y="1051560"/>
            <a:ext cx="1118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is done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6"/>
          <p:cNvSpPr/>
          <p:nvPr/>
        </p:nvSpPr>
        <p:spPr>
          <a:xfrm>
            <a:off x="502920" y="1463040"/>
            <a:ext cx="1118556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MCP server with 9 tools over a 179,586-chunk local index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Retrieval: e5 cosine + global BM25 + RRF + an optional cross-encoder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Router as a tested contract: 68/68 on the dev regression set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Evaluation loop: gold-set v2, file-level metrics, 4 runs, mean ± std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Engineering: 74 tests, ruff + mypy (22 modules) + complexity gate (avg 4.37 A), ADR log, CI green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7"/>
          <p:cNvSpPr/>
          <p:nvPr/>
        </p:nvSpPr>
        <p:spPr>
          <a:xfrm>
            <a:off x="502920" y="4069080"/>
            <a:ext cx="1118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What comes next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8"/>
          <p:cNvSpPr/>
          <p:nvPr/>
        </p:nvSpPr>
        <p:spPr>
          <a:xfrm>
            <a:off x="502920" y="4480560"/>
            <a:ext cx="111855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Re-measure metadata and symbolic ablation with the fixed tokenizer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A new hold-out for the router; incremental indexing; get_metadata and find_callers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0120" indent="-240120" defTabSz="457200">
              <a:lnSpc>
                <a:spcPct val="100000"/>
              </a:lnSpc>
              <a:spcBef>
                <a:spcPts val="499"/>
              </a:spcBef>
              <a:spcAft>
                <a:spcPts val="3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Code-oriented embeddings; a code reranker; 100+ manually labelled queries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9"/>
          <p:cNvSpPr/>
          <p:nvPr/>
        </p:nvSpPr>
        <p:spPr>
          <a:xfrm>
            <a:off x="502920" y="5943600"/>
            <a:ext cx="1118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B7FAE"/>
                </a:solidFill>
                <a:effectLst/>
                <a:uFillTx/>
                <a:latin typeface="Calibri"/>
              </a:rPr>
              <a:t>github.com/Smaturus/1c-mcp-rag-search  ·  smaturus@gmail.com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LibreOffice/26.2.6.3$Windows_X86_64 LibreOffice_project/8221e31b3ac356a1623c672912a3d2b492f7e3d1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2026-10-31T09:56:57Z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